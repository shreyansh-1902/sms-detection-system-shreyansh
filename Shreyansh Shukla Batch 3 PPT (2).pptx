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BFB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98.85</c:v>
                </c:pt>
                <c:pt idx="1">
                  <c:v>97.21</c:v>
                </c:pt>
                <c:pt idx="2">
                  <c:v>94.05</c:v>
                </c:pt>
                <c:pt idx="3">
                  <c:v>95.6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7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2148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SPAM DETECTION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4592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Bayes Classifier built on Bayesian Inference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45920" y="3657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Mini Project  |  Text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50749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0E3A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5193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Shukla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9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025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Bayesian Inference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0" y="192938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Bayes' Theorem applies to probabilistic text classification.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4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87121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7980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clean SMS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27980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vectorize raw messages into model-ready features.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9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73989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667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Naive Bayes classifier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46320" y="366674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Multinomial Naive Bayes model on labeled spam/ham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60857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5354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46320" y="45354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and F1 score on unseen test data.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9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47725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77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4041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real-world use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46320" y="54041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filter reliable enough for email and SMS spam pipelines.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spam detection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of unwanted messages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receive promotional, fraudulent, or phishing SMS mixed with genuine texts every 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filtering doesn't scale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blocklists are easy to bypass and can't adapt to new spam patterns.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 intelligent filter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that learns from real examples can generalize to unseen spam.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  <a:effectLst>
            <a:outerShdw sx="100000" sy="100000" kx="0" ky="0" algn="bl" rotWithShape="0" blurRad="101600" dist="38100" dir="5400000">
              <a:srgbClr val="8FAFAF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057400"/>
            <a:ext cx="3108960" cy="685800"/>
          </a:xfrm>
          <a:prstGeom prst="roundRect">
            <a:avLst>
              <a:gd name="adj" fmla="val 20000"/>
            </a:avLst>
          </a:prstGeom>
          <a:solidFill>
            <a:srgbClr val="E9F6F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Hey, are we still on for lunch?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880360"/>
            <a:ext cx="3108960" cy="914400"/>
          </a:xfrm>
          <a:prstGeom prst="roundRect">
            <a:avLst>
              <a:gd name="adj" fmla="val 15000"/>
            </a:avLst>
          </a:prstGeom>
          <a:solidFill>
            <a:srgbClr val="FBE7E9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WINNER!! You've been selected for a FREE prize. Click now!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15600" y="292608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29260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3108960" cy="685800"/>
          </a:xfrm>
          <a:prstGeom prst="roundRect">
            <a:avLst>
              <a:gd name="adj" fmla="val 20000"/>
            </a:avLst>
          </a:prstGeom>
          <a:solidFill>
            <a:srgbClr val="E9F6F5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OTP for login is 4821.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4846320"/>
            <a:ext cx="3108960" cy="914400"/>
          </a:xfrm>
          <a:prstGeom prst="roundRect">
            <a:avLst>
              <a:gd name="adj" fmla="val 15000"/>
            </a:avLst>
          </a:prstGeom>
          <a:solidFill>
            <a:srgbClr val="FBE7E9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892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verify your bank account or it will be suspended.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0" y="489204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D64550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0" y="48920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collection labeled as Spam / Ham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9F6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5,574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SMS Messages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737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9F6F5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0624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(Genuine)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737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9F6F5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86384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— spam or ham (target)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— raw SMS text (feature)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41605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6052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88752" y="4160520"/>
            <a:ext cx="102412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88752" y="416052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846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(87/13) is handled naturally by Naive Bayes through class prior probabilities.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Naive Bayes Classifiers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variant for text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728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03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NB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651760"/>
            <a:ext cx="29443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features follow a normal distribution. Best suited for continuous, real-valued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78808" y="1828800"/>
            <a:ext cx="3447288" cy="338328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103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Multinomial NB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2651760"/>
            <a:ext cx="29443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word-count frequencies per class. The standard choice for text and document classification.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470916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08976" y="1828800"/>
            <a:ext cx="344728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2103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Bernoulli NB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65008" y="2651760"/>
            <a:ext cx="29443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binary word-presence features (word appears or not), ignoring frequency counts.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is used in this project because SMS messages are best represented as word-frequency counts.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Bayesian Inference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Bayes' Theorem to classify 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B2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Message)  =  </a:t>
            </a:r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P(Message | Spam) x P(Spam)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P(Message)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337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273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 and P(Ham) — the proportion of each class in training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1089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337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273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P(word | Spam) — how often each word appears in spam vs ham messages.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965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Assumption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349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words are treated as conditionally independent given the class.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8006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965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5349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prior and likelihoods to get P(Spam | Message) and pick the higher class.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Preprocessing to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a trained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(lowercase, remove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33472" y="23774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8B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9504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(split into words)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55464" y="23774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8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11496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02936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77456" y="23774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8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33488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424928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(Bag of Words /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99448" y="23774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8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554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Naive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preprocessing techniques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normalizes word variants (Free vs free)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and special characters are stripped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stopwords (the, is, at) are removed to reduce noise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663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converts each message into word-count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fits word-frequency likelihoods per class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words into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9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message:  </a:t>
            </a:r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 a FREE prize now, call now!"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(BoW)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630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014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40142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398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3982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782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raw word frequency in each message.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51460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51460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514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21240" y="3630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4014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21240" y="40142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398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21240" y="43982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21240" y="4782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words by importance — common words score lower.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 to build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2356" y="18745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0956" y="2715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" y="3081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1396" y="18745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9996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3999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9996" y="2715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9996" y="3081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manipulating the SMS dataset.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0436" y="18745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9036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8903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89036" y="2715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9036" y="3081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model, vectorizers, and evaluation metrics.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" y="3886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0956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" y="5093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and stopword removal for text cleaning.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1396" y="3886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9996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3999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39996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39996" y="5093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results and the confusion matrix.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0436" y="3886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9036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8903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89036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89036" y="5093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and experimentation.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on held-out test data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8308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98.85%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32688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60920" y="2807208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2807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326880" y="28072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920" y="3831336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83133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326880" y="383133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855464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485546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95.60%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326880" y="485546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predictions on 1,115 test messages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6616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Ham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Spam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3444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Ham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Spam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103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240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8B4B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40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8B4B8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794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66160" y="4526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794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 messages </a:t>
            </a:r>
            <a:pPr indent="0" marL="0">
              <a:buNone/>
            </a:pPr>
            <a:r>
              <a:rPr lang="en-US" sz="1300" dirty="0">
                <a:solidFill>
                  <a:srgbClr val="3E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1,115 were misclassified — 9 spam messages slipped through, and 4 genuine messages were flagged as spam.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0" cy="37947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1732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E8F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shows that Bayesian Inference is a simple yet powerful technique for text classification. Using only the probability of words, the model separates spam from genuine messages with 98.85% accuracy — a result strong enough for direct use in real-world email and SMS spam filters.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234440" y="3794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37033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is fast to train and performs strongly on text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44165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43251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probabilities alone are enough to separate spam from ham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0383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94690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deployment in real-world messaging and email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2026-07-18T06:49:18Z</dcterms:created>
  <dcterms:modified xsi:type="dcterms:W3CDTF">2026-07-18T06:49:18Z</dcterms:modified>
</cp:coreProperties>
</file>